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1" d="100"/>
          <a:sy n="61" d="100"/>
        </p:scale>
        <p:origin x="84" y="354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4318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35542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394918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283660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518056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78576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307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38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70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4FB92-A125-1213-58F1-08A070D96E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10081" name="Title 1"/>
          <p:cNvSpPr>
            <a:spLocks noGrp="1"/>
          </p:cNvSpPr>
          <p:nvPr>
            <p:ph type="ctrTitle"/>
          </p:nvPr>
        </p:nvSpPr>
        <p:spPr bwMode="auto">
          <a:xfrm>
            <a:off x="684212" y="685799"/>
            <a:ext cx="8001000" cy="29718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91238512" name="Subtitle 2"/>
          <p:cNvSpPr>
            <a:spLocks noGrp="1"/>
          </p:cNvSpPr>
          <p:nvPr>
            <p:ph type="subTitle" idx="1"/>
          </p:nvPr>
        </p:nvSpPr>
        <p:spPr bwMode="auto"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9365552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20118228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6090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  <p:cxnSp>
        <p:nvCxnSpPr>
          <p:cNvPr id="543324568" name="Straight Connector 15"/>
          <p:cNvCxnSpPr/>
          <p:nvPr/>
        </p:nvCxnSpPr>
        <p:spPr bwMode="auto"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92217" name="Straight Connector 16"/>
          <p:cNvCxnSpPr/>
          <p:nvPr/>
        </p:nvCxnSpPr>
        <p:spPr bwMode="auto"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4101285" name="Straight Connector 18"/>
          <p:cNvCxnSpPr/>
          <p:nvPr/>
        </p:nvCxnSpPr>
        <p:spPr bwMode="auto"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2314813" name="Straight Connector 20"/>
          <p:cNvCxnSpPr/>
          <p:nvPr/>
        </p:nvCxnSpPr>
        <p:spPr bwMode="auto"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3351758" name="Straight Connector 22"/>
          <p:cNvCxnSpPr/>
          <p:nvPr/>
        </p:nvCxnSpPr>
        <p:spPr bwMode="auto"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8076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5469315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127695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5562861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1298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04510" name="Title 1"/>
          <p:cNvSpPr>
            <a:spLocks noGrp="1"/>
          </p:cNvSpPr>
          <p:nvPr>
            <p:ph type="title"/>
          </p:nvPr>
        </p:nvSpPr>
        <p:spPr bwMode="auto"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382364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390042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3355607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79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7743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802615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748182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24480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9440746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04545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543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97616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259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52257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311886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566034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03415659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12032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848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3635269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4338833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332647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16195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504546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5500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109498" name="Title 1"/>
          <p:cNvSpPr>
            <a:spLocks noGrp="1"/>
          </p:cNvSpPr>
          <p:nvPr>
            <p:ph type="title"/>
          </p:nvPr>
        </p:nvSpPr>
        <p:spPr bwMode="auto"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30099237" name="Content Placeholder 2"/>
          <p:cNvSpPr>
            <a:spLocks noGrp="1"/>
          </p:cNvSpPr>
          <p:nvPr>
            <p:ph idx="1"/>
          </p:nvPr>
        </p:nvSpPr>
        <p:spPr bwMode="auto"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426068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603191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6388968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9056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653856" name="Title 1"/>
          <p:cNvSpPr>
            <a:spLocks noGrp="1"/>
          </p:cNvSpPr>
          <p:nvPr>
            <p:ph type="title"/>
          </p:nvPr>
        </p:nvSpPr>
        <p:spPr bwMode="auto"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008824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2005613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97551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33371923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1314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0225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59077413" name="Picture Placeholder 2"/>
          <p:cNvSpPr>
            <a:spLocks noChangeAspect="1" noGrp="1"/>
          </p:cNvSpPr>
          <p:nvPr>
            <p:ph type="pic" idx="13"/>
          </p:nvPr>
        </p:nvSpPr>
        <p:spPr bwMode="auto">
          <a:xfrm>
            <a:off x="685800" y="533400"/>
            <a:ext cx="10818811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66084938" name="Text Placeholder 9"/>
          <p:cNvSpPr>
            <a:spLocks noGrp="1"/>
          </p:cNvSpPr>
          <p:nvPr>
            <p:ph type="body" sz="quarter" idx="14"/>
          </p:nvPr>
        </p:nvSpPr>
        <p:spPr bwMode="auto"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857689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82320344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19580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471577" name="Title 1"/>
          <p:cNvSpPr>
            <a:spLocks noGrp="1"/>
          </p:cNvSpPr>
          <p:nvPr>
            <p:ph type="title"/>
          </p:nvPr>
        </p:nvSpPr>
        <p:spPr bwMode="auto"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69467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60667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6397458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75491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690558" name="Title 1"/>
          <p:cNvSpPr>
            <a:spLocks noGrp="1"/>
          </p:cNvSpPr>
          <p:nvPr>
            <p:ph type="title"/>
          </p:nvPr>
        </p:nvSpPr>
        <p:spPr bwMode="auto"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3816397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53003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52938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5018022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514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  <p:sp>
        <p:nvSpPr>
          <p:cNvPr id="1298141462" name="TextBox 13"/>
          <p:cNvSpPr txBox="1"/>
          <p:nvPr/>
        </p:nvSpPr>
        <p:spPr bwMode="auto">
          <a:xfrm>
            <a:off x="531812" y="81222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134335016" name="TextBox 14"/>
          <p:cNvSpPr txBox="1"/>
          <p:nvPr/>
        </p:nvSpPr>
        <p:spPr bwMode="auto">
          <a:xfrm>
            <a:off x="10285412" y="276860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525351" name="Title 1"/>
          <p:cNvSpPr>
            <a:spLocks noGrp="1"/>
          </p:cNvSpPr>
          <p:nvPr>
            <p:ph type="title"/>
          </p:nvPr>
        </p:nvSpPr>
        <p:spPr bwMode="auto"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387653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0551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651859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66653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21296" name="Title 1"/>
          <p:cNvSpPr>
            <a:spLocks noGrp="1"/>
          </p:cNvSpPr>
          <p:nvPr>
            <p:ph type="title"/>
          </p:nvPr>
        </p:nvSpPr>
        <p:spPr bwMode="auto"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01799171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31648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62151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543077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97803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  <p:sp>
        <p:nvSpPr>
          <p:cNvPr id="989856277" name="TextBox 10"/>
          <p:cNvSpPr txBox="1"/>
          <p:nvPr/>
        </p:nvSpPr>
        <p:spPr bwMode="auto">
          <a:xfrm>
            <a:off x="531812" y="812222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020380316" name="TextBox 11"/>
          <p:cNvSpPr txBox="1"/>
          <p:nvPr/>
        </p:nvSpPr>
        <p:spPr bwMode="auto">
          <a:xfrm>
            <a:off x="10285412" y="2768601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561787" name="Title 1"/>
          <p:cNvSpPr>
            <a:spLocks noGrp="1"/>
          </p:cNvSpPr>
          <p:nvPr>
            <p:ph type="title"/>
          </p:nvPr>
        </p:nvSpPr>
        <p:spPr bwMode="auto"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30703267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445210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67688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6006363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3818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5004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37116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317672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862405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6865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74492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85212" y="685800"/>
            <a:ext cx="2057400" cy="4572000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658496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331214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8926175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532648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2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4781284" name="Group 6"/>
          <p:cNvGrpSpPr/>
          <p:nvPr/>
        </p:nvGrpSpPr>
        <p:grpSpPr bwMode="auto"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 bwMode="auto"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auto"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auto">
            <a:xfrm flipH="1">
              <a:off x="10292292" y="3285067"/>
              <a:ext cx="1896534" cy="189653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auto"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auto"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6171995" name="Title Placeholder 1"/>
          <p:cNvSpPr>
            <a:spLocks noGrp="1"/>
          </p:cNvSpPr>
          <p:nvPr>
            <p:ph type="title"/>
          </p:nvPr>
        </p:nvSpPr>
        <p:spPr bwMode="auto"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37518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498081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61BEF0D-F0BB-DE4B-95CE-6DB70DBA9567}" type="datetimeFigureOut">
              <a:rPr lang="en-US"/>
              <a:t>2/9/2026</a:t>
            </a:fld>
            <a:endParaRPr lang="en-US"/>
          </a:p>
        </p:txBody>
      </p:sp>
      <p:sp>
        <p:nvSpPr>
          <p:cNvPr id="110054728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37743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>‹nº›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20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8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6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600"/>
        </a:spcAft>
        <a:buClr>
          <a:schemeClr val="tx1"/>
        </a:buClr>
        <a:buSzPct val="80000"/>
        <a:buFont typeface="Wingdings 3"/>
        <a:buChar char=""/>
        <a:defRPr sz="1400" cap="none">
          <a:solidFill>
            <a:schemeClr val="bg2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285F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16229" name="Título 1"/>
          <p:cNvSpPr>
            <a:spLocks noGrp="1"/>
          </p:cNvSpPr>
          <p:nvPr>
            <p:ph type="ctrTitle"/>
          </p:nvPr>
        </p:nvSpPr>
        <p:spPr bwMode="auto">
          <a:xfrm>
            <a:off x="684212" y="685799"/>
            <a:ext cx="9758007" cy="197679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>
                <a:ea typeface="+mj-lt"/>
                <a:cs typeface="+mj-lt"/>
              </a:rPr>
              <a:t>Teste de Apresentação</a:t>
            </a:r>
            <a:endParaRPr lang="pt-BR"/>
          </a:p>
        </p:txBody>
      </p:sp>
      <p:sp>
        <p:nvSpPr>
          <p:cNvPr id="740030151" name="Subtítulo 2"/>
          <p:cNvSpPr>
            <a:spLocks noGrp="1"/>
          </p:cNvSpPr>
          <p:nvPr>
            <p:ph type="subTitle" idx="1"/>
          </p:nvPr>
        </p:nvSpPr>
        <p:spPr bwMode="auto">
          <a:xfrm>
            <a:off x="9614096" y="3774594"/>
            <a:ext cx="2364090" cy="253929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/>
            </a:pPr>
            <a:r>
              <a:rPr lang="de-DE" sz="1600">
                <a:solidFill>
                  <a:schemeClr val="tx1"/>
                </a:solidFill>
                <a:ea typeface="+mn-lt"/>
                <a:cs typeface="+mn-lt"/>
              </a:rPr>
              <a:t>Apresentação</a:t>
            </a:r>
            <a:endParaRPr lang="de-DE" sz="1600">
              <a:solidFill>
                <a:schemeClr val="tx1"/>
              </a:solidFill>
              <a:ea typeface="Century Gothic"/>
              <a:cs typeface="Century Gothic"/>
            </a:endParaRPr>
          </a:p>
          <a:p>
            <a:pPr>
              <a:defRPr/>
            </a:pPr>
            <a:r>
              <a:rPr lang="pt-BR" sz="1600">
                <a:solidFill>
                  <a:schemeClr val="tx1"/>
                </a:solidFill>
                <a:ea typeface="Century Gothic"/>
                <a:cs typeface="Century Gothic"/>
              </a:rPr>
              <a:t>Powerpoint</a:t>
            </a:r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Slice">
      <a:fillStyleLst>
        <a:solidFill>
          <a:schemeClr val="phClr"/>
        </a:solidFill>
        <a:gradFill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hueMod val="94000"/>
              <a:alpha val="60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Slice">
      <a:fillStyleLst>
        <a:solidFill>
          <a:schemeClr val="phClr"/>
        </a:solidFill>
        <a:gradFill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hueMod val="94000"/>
              <a:alpha val="60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Acacio</cp:lastModifiedBy>
  <cp:revision>55</cp:revision>
  <dcterms:created xsi:type="dcterms:W3CDTF">2025-09-30T16:44:10Z</dcterms:created>
  <dcterms:modified xsi:type="dcterms:W3CDTF">2026-02-10T12:23:19Z</dcterms:modified>
</cp:coreProperties>
</file>