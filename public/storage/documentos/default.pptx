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1A49B-7969-82A9-2140-FD24BDA74DBD}" v="14" dt="2026-02-09T18:00:06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hiêta Acacio" userId="fb2b60dd30fbb4f4" providerId="Windows Live" clId="Web-{5851A49B-7969-82A9-2140-FD24BDA74DBD}"/>
    <pc:docChg chg="delSld modSld">
      <pc:chgData name="Anchiêta Acacio" userId="fb2b60dd30fbb4f4" providerId="Windows Live" clId="Web-{5851A49B-7969-82A9-2140-FD24BDA74DBD}" dt="2026-02-09T18:00:04.685" v="9" actId="20577"/>
      <pc:docMkLst>
        <pc:docMk/>
      </pc:docMkLst>
      <pc:sldChg chg="delSp modSp">
        <pc:chgData name="Anchiêta Acacio" userId="fb2b60dd30fbb4f4" providerId="Windows Live" clId="Web-{5851A49B-7969-82A9-2140-FD24BDA74DBD}" dt="2026-02-09T18:00:04.685" v="9" actId="20577"/>
        <pc:sldMkLst>
          <pc:docMk/>
          <pc:sldMk cId="2210866551" sldId="256"/>
        </pc:sldMkLst>
        <pc:spChg chg="mod">
          <ac:chgData name="Anchiêta Acacio" userId="fb2b60dd30fbb4f4" providerId="Windows Live" clId="Web-{5851A49B-7969-82A9-2140-FD24BDA74DBD}" dt="2026-02-09T17:59:56.685" v="7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Anchiêta Acacio" userId="fb2b60dd30fbb4f4" providerId="Windows Live" clId="Web-{5851A49B-7969-82A9-2140-FD24BDA74DBD}" dt="2026-02-09T18:00:04.685" v="9" actId="20577"/>
          <ac:spMkLst>
            <pc:docMk/>
            <pc:sldMk cId="2210866551" sldId="256"/>
            <ac:spMk id="3" creationId="{00000000-0000-0000-0000-000000000000}"/>
          </ac:spMkLst>
        </pc:spChg>
        <pc:spChg chg="del mod">
          <ac:chgData name="Anchiêta Acacio" userId="fb2b60dd30fbb4f4" providerId="Windows Live" clId="Web-{5851A49B-7969-82A9-2140-FD24BDA74DBD}" dt="2026-02-09T17:59:49.934" v="3"/>
          <ac:spMkLst>
            <pc:docMk/>
            <pc:sldMk cId="2210866551" sldId="256"/>
            <ac:spMk id="5" creationId="{0C8209F0-4524-BE3A-1CA8-9C5106DA84E4}"/>
          </ac:spMkLst>
        </pc:spChg>
        <pc:picChg chg="del">
          <ac:chgData name="Anchiêta Acacio" userId="fb2b60dd30fbb4f4" providerId="Windows Live" clId="Web-{5851A49B-7969-82A9-2140-FD24BDA74DBD}" dt="2026-02-09T17:59:42.543" v="1"/>
          <ac:picMkLst>
            <pc:docMk/>
            <pc:sldMk cId="2210866551" sldId="256"/>
            <ac:picMk id="6" creationId="{8ABE952F-ED84-43C4-B3EE-CA51D12408F3}"/>
          </ac:picMkLst>
        </pc:picChg>
      </pc:sldChg>
      <pc:sldChg chg="del">
        <pc:chgData name="Anchiêta Acacio" userId="fb2b60dd30fbb4f4" providerId="Windows Live" clId="Web-{5851A49B-7969-82A9-2140-FD24BDA74DBD}" dt="2026-02-09T17:59:15.792" v="0"/>
        <pc:sldMkLst>
          <pc:docMk/>
          <pc:sldMk cId="198425650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825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26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07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2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3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3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9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8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7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2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590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5262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91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3655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081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20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0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104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9758007" cy="1976792"/>
          </a:xfrm>
        </p:spPr>
        <p:txBody>
          <a:bodyPr>
            <a:normAutofit/>
          </a:bodyPr>
          <a:lstStyle/>
          <a:p>
            <a:r>
              <a:rPr lang="de-DE" dirty="0" err="1">
                <a:ea typeface="+mj-lt"/>
                <a:cs typeface="+mj-lt"/>
              </a:rPr>
              <a:t>texto</a:t>
            </a:r>
            <a:endParaRPr lang="pt-BR" dirty="0" err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14096" y="3774594"/>
            <a:ext cx="2364090" cy="25392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texto</a:t>
            </a:r>
            <a:endParaRPr lang="pt-BR" dirty="0" err="1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Slice</vt:lpstr>
      <vt:lpstr>texto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</cp:revision>
  <dcterms:created xsi:type="dcterms:W3CDTF">2025-09-30T16:44:10Z</dcterms:created>
  <dcterms:modified xsi:type="dcterms:W3CDTF">2026-02-09T18:00:12Z</dcterms:modified>
</cp:coreProperties>
</file>